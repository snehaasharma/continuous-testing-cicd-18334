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05840"/>
            <a:ext cx="1417320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CI Pipeline Design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with Automated Testing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274320" y="3218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Day 4  ·  Module 4  ·  2 Hours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40% Theory / 60% Hands-on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514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761488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Jenkins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090672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090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GitHub Actions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80760" y="3419856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Azure DevOps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LEARNING OUTCOMES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Achieve Today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69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Design CI pipelines with integrated testing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Define multi-stage pipelines in GitHub Actions, Jenkins, and Azure DevOps that execute automated tests as first-class gates.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94560"/>
            <a:ext cx="73152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374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Configure automated test execution stages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70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Add unit, integration, and regression test jobs to a CI pipeline — with correct triggers, parallel execution, and artefact publishing.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2900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29000"/>
            <a:ext cx="73152" cy="11155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8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38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4336"/>
                </a:solidFill>
              </a:rPr>
              <a:t>Handle test failures and flaky tests effectively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04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Interpret pipeline logs, trace failures to root cause, quarantine flaky tests, and enforce fail-fast vs fail-safe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PIPELINE STAGES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CI Pipeline Stages, Triggers &amp; Test Integration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1188720" cy="685800"/>
          </a:xfrm>
          <a:prstGeom prst="rect">
            <a:avLst/>
          </a:prstGeom>
          <a:solidFill>
            <a:srgbClr val="90A4AE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Trigger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push / PR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schedule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10515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90472" y="914400"/>
            <a:ext cx="1188720" cy="685800"/>
          </a:xfrm>
          <a:prstGeom prst="rect">
            <a:avLst/>
          </a:prstGeom>
          <a:solidFill>
            <a:srgbClr val="1565C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Checkout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90472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git clone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dependencies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79192" y="10515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52344" y="914400"/>
            <a:ext cx="1188720" cy="685800"/>
          </a:xfrm>
          <a:prstGeom prst="rect">
            <a:avLst/>
          </a:prstGeom>
          <a:solidFill>
            <a:srgbClr val="1565C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52344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compile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package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41064" y="10515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14216" y="914400"/>
            <a:ext cx="1188720" cy="685800"/>
          </a:xfrm>
          <a:prstGeom prst="rect">
            <a:avLst/>
          </a:prstGeom>
          <a:solidFill>
            <a:srgbClr val="00BCD4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14216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Unit Tests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14216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fast &lt; 5 min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fail-fast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02936" y="10515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76088" y="914400"/>
            <a:ext cx="1188720" cy="685800"/>
          </a:xfrm>
          <a:prstGeom prst="rect">
            <a:avLst/>
          </a:prstGeom>
          <a:solidFill>
            <a:srgbClr val="00897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Tests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76088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API / service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parallel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64808" y="10515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914400"/>
            <a:ext cx="1188720" cy="685800"/>
          </a:xfrm>
          <a:prstGeom prst="rect">
            <a:avLst/>
          </a:prstGeom>
          <a:solidFill>
            <a:srgbClr val="FFD60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Quality Gate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coverage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Sonar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26680" y="10515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99832" y="914400"/>
            <a:ext cx="1188720" cy="685800"/>
          </a:xfrm>
          <a:prstGeom prst="rect">
            <a:avLst/>
          </a:prstGeom>
          <a:solidFill>
            <a:srgbClr val="00C853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Artefact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99832" y="126187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publish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2A"/>
                </a:solidFill>
              </a:rPr>
              <a:t>report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1691640"/>
            <a:ext cx="84124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17007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Example Trigger Strategy (adapt to your team's cadence)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029968"/>
            <a:ext cx="205740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029968"/>
            <a:ext cx="205740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029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Push to any branch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23225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On every commit — runs unit tests only (fast loop)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14600" y="2029968"/>
            <a:ext cx="205740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14600" y="2029968"/>
            <a:ext cx="2057400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2029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Pull Request opened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23225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Full test suite (unit + integration) — gates the merge button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2029968"/>
            <a:ext cx="205740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029968"/>
            <a:ext cx="2057400" cy="2560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029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Merge to main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23225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Full regression + quality gate + artefact publish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12280" y="2029968"/>
            <a:ext cx="205740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12280" y="2029968"/>
            <a:ext cx="2057400" cy="25603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2029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Scheduled (nightly)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03720" y="23225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Long-running E2E, cross-browser, performance baseline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2999232"/>
            <a:ext cx="841248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008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Parallel vs Sequential Execution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337560"/>
            <a:ext cx="205740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3337560"/>
            <a:ext cx="2057400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Sequential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3648456"/>
            <a:ext cx="1874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Stages run one after another. Safer dependency order. Slower total time. Use when stages share artefacts or state.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14600" y="3337560"/>
            <a:ext cx="205740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14600" y="3337560"/>
            <a:ext cx="2057400" cy="274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1460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Parallel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606040" y="3648456"/>
            <a:ext cx="1874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Independent jobs run concurrently on separate runners. Can substantially reduce wall-clock time when tests are independent and evenly distributed. Gain varies by setup overhead and runner availability.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3337560"/>
            <a:ext cx="205740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3337560"/>
            <a:ext cx="205740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Matrix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754880" y="3648456"/>
            <a:ext cx="1874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Same job runs across multiple configs (OS, JDK, Node version) simultaneously. Ideal for cross-environment compatibility checks.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12280" y="3337560"/>
            <a:ext cx="205740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12280" y="3337560"/>
            <a:ext cx="2057400" cy="2743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1228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Fail-Fast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903720" y="3648456"/>
            <a:ext cx="1874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strategy: fail-fast: true cancels all matrix jobs when one fails. Saves compute. Risk: masks failures in other shards.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GITHUB ACTIONS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GitHub Actions — CI Pipeline with Test Execution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846320" cy="425196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8463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.github/workflows/ci.yml — unit test job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16128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 — Build &amp; Test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5488" y="139446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75488" y="162763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75488" y="186080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75488" y="209397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75488" y="232714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75488" y="256032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75488" y="279349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unit-test: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75488" y="302666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325983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5488" y="349300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75488" y="372618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actions/setup-java@v5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75488" y="395935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75488" y="419252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java-version: '21'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75488" y="442569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distribution: temurin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75488" y="465886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Cache Maven dependencies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75488" y="489204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actions/cache@v4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75488" y="512521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75488" y="535838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~/.m2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75488" y="559155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key: ${{ runner.os }}-m2-${{ hashFiles('**/pom.xml') }}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75488" y="582472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unit tests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75488" y="605790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mvn test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75488" y="629107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Publish test results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75488" y="652424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actions/upload-artifact@v4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75488" y="675741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             # upload even on failure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75488" y="699058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75488" y="722376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unit-test-results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75488" y="745693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target/surefire-reports/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Design Points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94960" y="1216152"/>
            <a:ext cx="33832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380744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779008" y="1261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actions/checkout@v6  (current major)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779008" y="152704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Pin to a major version tag at minimum; use a full commit SHA for stronger supply-chain security in higher-risk environments. Avoid @main.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394960" y="1929384"/>
            <a:ext cx="33832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093976"/>
            <a:ext cx="274320" cy="27432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779008" y="19751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actions/cache@v4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5779008" y="224028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Cache ~/.m2 or ~/.gradle keyed on pom.xml hash. Eliminates repeated dependency downloads — saves 1–3 min per run.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5394960" y="2642616"/>
            <a:ext cx="33832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807208"/>
            <a:ext cx="274320" cy="27432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779008" y="26883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if: always()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5779008" y="295351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Ensures test report artefacts upload even when the test step fails — critical for diagnosing CI failures.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5394960" y="3355848"/>
            <a:ext cx="33832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3520440"/>
            <a:ext cx="274320" cy="27432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5779008" y="3401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9B6F6"/>
                </a:solidFill>
              </a:rPr>
              <a:t>actions/setup-java@v5  (current major)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5779008" y="366674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Use distribution: temurin (Eclipse Adoptium). Specify java-version explicitly. Temurin is free, LTS-supported, widely used.</a:t>
            </a:r>
            <a:endParaRPr lang="en-US" sz="850" dirty="0"/>
          </a:p>
        </p:txBody>
      </p:sp>
      <p:sp>
        <p:nvSpPr>
          <p:cNvPr id="58" name="Shape 52"/>
          <p:cNvSpPr/>
          <p:nvPr/>
        </p:nvSpPr>
        <p:spPr>
          <a:xfrm>
            <a:off x="5394960" y="4069080"/>
            <a:ext cx="33832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4233672"/>
            <a:ext cx="274320" cy="274320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5779008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Secrets — never hardcode</a:t>
            </a:r>
            <a:endParaRPr lang="en-US" sz="950" dirty="0"/>
          </a:p>
        </p:txBody>
      </p:sp>
      <p:sp>
        <p:nvSpPr>
          <p:cNvPr id="61" name="Text 54"/>
          <p:cNvSpPr/>
          <p:nvPr/>
        </p:nvSpPr>
        <p:spPr>
          <a:xfrm>
            <a:off x="5779008" y="437997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Use ${{ secrets.MY_SECRET }} for credentials. Store in repo Settings → Secrets and variables → Actions.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PARALLEL EXECUTION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Parallel &amp; Matrix Test Execution in CI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200400" cy="822960"/>
          </a:xfrm>
          <a:prstGeom prst="rect">
            <a:avLst/>
          </a:prstGeom>
          <a:solidFill>
            <a:srgbClr val="0E1F35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86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53"/>
                </a:solidFill>
              </a:rPr>
              <a:t>75%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reduction in CI time — 40 min → 10 min with 4 shards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868680"/>
            <a:ext cx="5029200" cy="822960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923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GitHub Actions matrix strategy: run the same job across N configurations simultaneously.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2435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Set fail-fast: false so one shard failure doesn't cancel the rest — you want full visibility.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783080"/>
            <a:ext cx="5074920" cy="3364992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783080"/>
            <a:ext cx="50749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013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.github/workflows/ci.yml — parallel integration test sharding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075688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integration-test: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75488" y="2308860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unit-test          # wait for unit tests first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75488" y="2542032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2775204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5488" y="3008376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fail-fast: false        # all shards run even if one fails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75488" y="3241548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matrix: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75488" y="3474720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shard: [1, 2, 3, 4]  # 4 parallel runners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75488" y="3707892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75488" y="3941064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75488" y="4174236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actions/setup-java@v5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75488" y="4407408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75488" y="4640580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java-version: '21'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75488" y="4873752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distribution: temurin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75488" y="5106924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integration tests (shard ${{ matrix.shard }}/4)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75488" y="5340096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75488" y="5573268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mvn verify -Dgroups=integration \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75488" y="5806440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-Dshard.index=${{ matrix.shard }} \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75488" y="6039612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-Dshard.total=4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75488" y="6272784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actions/upload-artifact@v4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75488" y="6505956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75488" y="6739128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75488" y="6972300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integration-results-shard-${{ matrix.shard }}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75488" y="7205472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target/failsafe-reports/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577840" y="1783080"/>
            <a:ext cx="3200400" cy="3364992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1783080"/>
            <a:ext cx="32004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1801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Cross-environment matrix (OS × Java version)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87568" y="207568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cross-env-test: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5687568" y="230886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5687568" y="254203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matrix: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5687568" y="277520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os: [ubuntu-latest, windows-latest]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5687568" y="300837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java: ['17', '21']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687568" y="324154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${{ matrix.os }}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687568" y="347472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5687568" y="370789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5687568" y="3941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actions/setup-java@v5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687568" y="417423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5687568" y="440740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java-version: ${{ matrix.java }}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687568" y="46405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distribution: temurin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5687568" y="487375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mvn test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5687568" y="510692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Runs 4 jobs: ubuntu/17, ubuntu/21,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5687568" y="53400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windows/17, windows/21 — simultaneously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JENKINS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Jenkins — Declarative Pipeline with Test Stages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846320" cy="425196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8463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Jenkinsfile — Declarative Pipeline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16128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5488" y="139446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75488" y="162763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 { maven 'Maven-3.9' ; jdk 'JDK-21' }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75488" y="186080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75488" y="209397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75488" y="232714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stage('Checkout') {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75488" y="256032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checkout scm }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75488" y="279349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75488" y="302666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stage('Unit Tests') {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325983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5488" y="349300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'mvn test'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75488" y="372618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75488" y="395935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 {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75488" y="419252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always {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75488" y="442569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junit 'target/surefire-reports/**/*.xml'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75488" y="465886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75488" y="489204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75488" y="512521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75488" y="535838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stage('Integration Tests') {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75488" y="559155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75488" y="582472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'mvn verify -Dgroups=integration'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75488" y="605790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75488" y="629107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 {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75488" y="652424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always {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75488" y="675741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junit 'target/failsafe-reports/**/*.xml'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75488" y="699058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75488" y="722376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75488" y="745693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75488" y="769010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stage('Quality Gate') {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75488" y="792327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75488" y="815644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'mvn sonar:sonar'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75488" y="838962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75488" y="862279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475488" y="885596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75488" y="908913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{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75488" y="932230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failure { emailext ... }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75488" y="955548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75488" y="978865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Jenkins Key Concepts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394960" y="121615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417320"/>
            <a:ext cx="274320" cy="27432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5779008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Declarative vs Scripted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5779008" y="155448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Declarative (pipeline {}) is the recommended approach — structured, readable, validates syntax at startup. Scripted (node {}) is Groovy-based, more flexible but harder to maintain.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394960" y="203911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240280"/>
            <a:ext cx="274320" cy="27432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5779008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agent directive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5779008" y="237744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agent any: run on any available node. agent { docker 'maven:3.9-eclipse-temurin-21' } for containerised builds — ensures environment consistency.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5394960" y="286207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3063240"/>
            <a:ext cx="274320" cy="27432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5779008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junit step — publish results</a:t>
            </a:r>
            <a:endParaRPr lang="en-US" sz="950" dirty="0"/>
          </a:p>
        </p:txBody>
      </p:sp>
      <p:sp>
        <p:nvSpPr>
          <p:cNvPr id="63" name="Text 58"/>
          <p:cNvSpPr/>
          <p:nvPr/>
        </p:nvSpPr>
        <p:spPr>
          <a:xfrm>
            <a:off x="5779008" y="320040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junit 'target/surefire-reports/**/*.xml' publishes test results to Jenkins UI. Always place in post { always {} } so results publish even on test failure.</a:t>
            </a:r>
            <a:endParaRPr lang="en-US" sz="850" dirty="0"/>
          </a:p>
        </p:txBody>
      </p:sp>
      <p:sp>
        <p:nvSpPr>
          <p:cNvPr id="64" name="Shape 59"/>
          <p:cNvSpPr/>
          <p:nvPr/>
        </p:nvSpPr>
        <p:spPr>
          <a:xfrm>
            <a:off x="5394960" y="368503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3886200"/>
            <a:ext cx="274320" cy="274320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5779008" y="3730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Jenkins vs GitHub Actions in 2025</a:t>
            </a:r>
            <a:endParaRPr lang="en-US" sz="950" dirty="0"/>
          </a:p>
        </p:txBody>
      </p:sp>
      <p:sp>
        <p:nvSpPr>
          <p:cNvPr id="67" name="Text 61"/>
          <p:cNvSpPr/>
          <p:nvPr/>
        </p:nvSpPr>
        <p:spPr>
          <a:xfrm>
            <a:off x="5779008" y="402336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GitHub Actions is commonly preferred for cloud-native and GitHub-first teams. Jenkins remains widely used for on-prem, compliance-heavy, or existing enterprise environments — the right choice depends on your context.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AZURE DEVOPS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Azure DevOps — YAML Pipeline with Test Tasks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846320" cy="425196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84632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azure-pipelines.yml — multi-stage with test tasks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16128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5488" y="139446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branches: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75488" y="162763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include: [main, 'feature/*']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75488" y="186080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75488" y="209397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pool: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75488" y="232714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vmImage: ubuntu-latest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75488" y="256032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75488" y="279349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variables: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75488" y="302666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MAVEN_OPTS: '-Xmx1024m'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325983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5488" y="349300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75488" y="372618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stage: CI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75488" y="395935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displayName: Build &amp; Test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75488" y="419252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jobs: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75488" y="442569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job: UnitTest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75488" y="465886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 Unit Tests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75488" y="489204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75488" y="512521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task: Maven@4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75488" y="535838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displayName: Run unit tests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75488" y="559155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inputs: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75488" y="582472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mavenPomFile: pom.xml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75488" y="605790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goals: test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75488" y="629107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publishJUnitResults: true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75488" y="652424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testResultsFiles: '**/surefire-reports/*.xml'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75488" y="675741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task: PublishTestResults@2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75488" y="699058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condition: always()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75488" y="722376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inputs: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75488" y="745693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testResultsFormat: JUnit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75488" y="769010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testResultsFiles: '**/*.xml'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75488" y="792327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job: IntegrationTest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75488" y="815644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dependsOn: UnitTest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75488" y="838962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75488" y="862279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task: Maven@4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475488" y="8855964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inputs: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75488" y="9089136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goals: 'verify'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75488" y="9322308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options: '-Dgroups=integration'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75488" y="9555480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'options' = Maven CLI flags (-D, -P etc.)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75488" y="9788652"/>
            <a:ext cx="4626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'mavenOptions' = JVM flags (-Xmx etc.)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868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 DevOps Key Concepts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394960" y="121615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417320"/>
            <a:ext cx="274320" cy="27432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5779008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stages → jobs → steps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5779008" y="155448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Three-level hierarchy. Stages group jobs. Jobs run on an agent in parallel by default. Steps are sequential tasks within a job.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394960" y="203911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240280"/>
            <a:ext cx="274320" cy="27432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5779008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Maven@4 task — publishJUnitResults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5779008" y="237744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Set publishJUnitResults: true to publish results to the pipeline run summary and Tests tab in Azure Pipelines. Not the same as Azure Test Plans — results appear in the run UI, not a separate test management module.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5394960" y="286207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3063240"/>
            <a:ext cx="274320" cy="27432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5779008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condition: always()</a:t>
            </a:r>
            <a:endParaRPr lang="en-US" sz="950" dirty="0"/>
          </a:p>
        </p:txBody>
      </p:sp>
      <p:sp>
        <p:nvSpPr>
          <p:cNvPr id="63" name="Text 58"/>
          <p:cNvSpPr/>
          <p:nvPr/>
        </p:nvSpPr>
        <p:spPr>
          <a:xfrm>
            <a:off x="5779008" y="320040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Equivalent to if: always() in GitHub Actions. Ensures test result publishing and cleanup steps run even when earlier steps fail.</a:t>
            </a:r>
            <a:endParaRPr lang="en-US" sz="850" dirty="0"/>
          </a:p>
        </p:txBody>
      </p:sp>
      <p:sp>
        <p:nvSpPr>
          <p:cNvPr id="64" name="Shape 59"/>
          <p:cNvSpPr/>
          <p:nvPr/>
        </p:nvSpPr>
        <p:spPr>
          <a:xfrm>
            <a:off x="5394960" y="3685032"/>
            <a:ext cx="338328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3886200"/>
            <a:ext cx="274320" cy="274320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5779008" y="3730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9B6F6"/>
                </a:solidFill>
              </a:rPr>
              <a:t>Azure DevOps vs GitHub Actions</a:t>
            </a:r>
            <a:endParaRPr lang="en-US" sz="950" dirty="0"/>
          </a:p>
        </p:txBody>
      </p:sp>
      <p:sp>
        <p:nvSpPr>
          <p:cNvPr id="67" name="Text 61"/>
          <p:cNvSpPr/>
          <p:nvPr/>
        </p:nvSpPr>
        <p:spPr>
          <a:xfrm>
            <a:off x="5779008" y="402336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Azure DevOps: richer enterprise features (Azure Boards, Test Plans, Artifacts), strong Microsoft ecosystem. GitHub Actions: simpler YAML, tighter GitHub integration, large Marketplace.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FAILURE HANDLING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Handling Test Failures &amp; Flaky Tests in CI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86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📊  Flaky tests are a major industry problem that consumes engineering time and obscures real regressions. Atlassian engineering: 15% of Jira backend CI failures were flaky tests; investigating them wasted 150,000+ dev-hours/year. The goal is not zero flakiness — keeping flake rate low enough that CI remains a reliable signal.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335024"/>
            <a:ext cx="4023360" cy="2743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35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Reading Failed Build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402336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65376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8096" y="1709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1. Check exit code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8096" y="2002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Non-zero exit = build failed. Unit test failures: Surefire returns exit 1. Integration: Failsafe checks during verify phase.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5760" y="2450592"/>
            <a:ext cx="402336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8096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2. Read the summary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68096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Surefire/Failsafe prints: Tests run: X, Failures: Y, Errors: Z, Skipped: N. Jump to FAILURE lines for the test name.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65760" y="3236976"/>
            <a:ext cx="402336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381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8096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3. Find root assertion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68096" y="3575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Scroll past stack traces to the AssertionError or expected:&lt;&gt; but was:&lt;&gt; line. That is the actual failure, not the cascade above it.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365760" y="4023360"/>
            <a:ext cx="402336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24528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8096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9B6F6"/>
                </a:solidFill>
              </a:rPr>
              <a:t>4. Cross-reference commit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68096" y="4361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Use git log --oneline to trace which commit changed the failing class. git bisect automates binary search for the bad commit.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617720" y="1335024"/>
            <a:ext cx="4160520" cy="2743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617720" y="13350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Flaky Test Management Strategy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617720" y="1664208"/>
            <a:ext cx="416052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865376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01768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Detect — do not ignore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001768" y="2002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Track pass/fail rate per test across runs. Any test that fails and passes on the same code is flaky. A low flake rate is essential for CI trust; many teams set internal targets such as &lt; 2% per run.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4617720" y="2450592"/>
            <a:ext cx="416052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2651760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001768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Root causes to investigate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5001768" y="2788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Common causes: async timing (test doesn't wait for async ops), shared mutable state (test order dependency), environment variance (CI ≠ dev machine), resource contention (parallel runners competing).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617720" y="3236976"/>
            <a:ext cx="416052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3438144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01768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Quarantine — do not delete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5001768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Move flaky tests to a @Quarantine group or pytest.mark.flaky. They still run in a separate nightly job so they don't block PRs. Assign an owner and SLA for fix.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4617720" y="4023360"/>
            <a:ext cx="416052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872" y="4224528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001768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CI retry policy — use with discipline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5001768" y="4361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GitHub Actions supports re-running failed jobs manually or via API. Automatic step-level retries require explicit scripting or third-party actions. Use sparingly — retries mask flakiness rather than fixing root cause.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Demo: Create Pipeline → Run Tests → Analyse Failures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5836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Creating a CI Pipeline with Test Execution Steps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Create .github/workflows/ci.yml in the Day 2 framework repo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checkout, Java setup, Maven cache, and mvn test steps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to a feature branch — observe Actions tab in GitHub UI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Walk through: job logs, step timings, artefact download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65836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2313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Adding Test Execution Steps &amp; Viewing Pipeline Logs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a second job integration-test with needs: unit-test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Run mvn verify -Dgroups=integration — watch sequential dependency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Open the test job log — locate pass/fail summary 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Download surefire-reports artefact and open the XML in browser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02736"/>
            <a:ext cx="65836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5568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Analysing Failed Builds — Trace to Root Cause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Introduce a deliberate assertion failure in a test class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commit — watch CI turn red within seconds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Read the log: find exit code, FAILURE line, AssertionError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Fix the assertion, push — verify CI returns green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HANDS-ON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Configure, Trigger &amp; Analyse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</a:rPr>
              <a:t>40% Theory  |  60% Hands-on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Task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Working CI pipeline (green)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Configure CI Pipeline for Test Automation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.github/workflows/ci.yml to the Day 2 automation repo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Configure triggers: on push and pull_request to main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unit-test job: checkout → setup-java (temurin 21) → cache → mvn test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to a feature branch; verify Actions tab shows a green run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Task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57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Merged PR with green CI status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Trigger Pipeline on Code Commit &amp; View Results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Open a PR from your feature branch to main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Observe: CI triggers automatically on PR open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View test artefact: download and open surefire-reports XML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Merge the PR — verify main branch CI also runs and passes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6732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4336"/>
                </a:solidFill>
              </a:rPr>
              <a:t>Task 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Annotated log showing root cause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4336"/>
                </a:solidFill>
              </a:rPr>
              <a:t>Analyse Failed Builds — Locate Root Cause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Introduce a deliberate failure: wrong assertion or missing import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commit — watch CI fail; note exact duration to first red signal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Navigate job log: find exit code, FAILURE summary, AssertionError line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Fix and push — confirm CI returns green; note recovery time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4 Deliverables &amp; Key Takeaways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Deliverables You Take 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CI Pipeline Configuration File (.github/workflows/ci.yml or Jenkinsfile or azure-pipelines.yml)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38528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25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87552" y="1984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Automated Test Execution Logs — green run screenshot + annotated failure log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Key Takeaways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1280160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128930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A CI pipeline is test-driven: tests are the primary quality gate, not an afterthought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63440" y="1792224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1801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Trigger strategy matters — unit tests on push, full suite on PR, regression on merge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63440" y="2304288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23134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Matrix strategy and test sharding can significantly reduce CI time when tests are independent and evenly distributed across shards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663440" y="2816352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825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fail-fast: false is often the right choice when full failure visibility matters — see all shard results before deciding what broke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663440" y="3328416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3337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5.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Flaky tests erode CI trust. Detect, quarantine, assign an owner, and fix — do not just retry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▶  Tomorrow — Day 5: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148840" y="42336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API &amp; Service-Level Continuous Testing  ·  REST Assured / Postman / Newman in CI pipelines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5079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Hands-on: Write API tests · integrate into pipeline · validate response data and schema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4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 QUIZ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4 – Quick Knowledge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969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Q1.  What is the purpose of needs: in a GitHub Actions workflow?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needs: defines a job dependency — the downstream job waits for the upstream job to complete successfully before starting. Use it to enforce stage ordering: unit tests must pass before integration tests run.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9692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93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Q2.  Why should upload-artifact and junit steps use if: always() / condition: always()?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Without always(), report publishing and cleanup steps are skipped when a test step fails. always() ensures test results, logs, and artefacts are uploaded regardless of step outcome — critical for diagnosing CI failures.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9692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26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Q3.  What is the difference between fail-fast: true and fail-fast: false in a matrix strategy?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fail-fast: true (default) cancels all remaining matrix jobs as soon as one fails — saves compute but hides failures in other shards. fail-fast: false lets all shards complete — gives full visibility of which configurations fail, at the cost of more runner minutes.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14216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Q4.  A test passes locally but fails intermittently in CI. Name two likely causes.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Any two: async timing issues (test doesn't wait for async operations); shared/mutable test state (order-dependent tests); environment variance (different OS, timezone, or available memory in CI vs dev machine); resource contention between parallel runners.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4</dc:title>
  <dc:subject>PptxGenJS Presentation</dc:subject>
  <dc:creator>Jai Singh</dc:creator>
  <cp:lastModifiedBy>Jai Singh</cp:lastModifiedBy>
  <cp:revision>1</cp:revision>
  <dcterms:created xsi:type="dcterms:W3CDTF">2026-04-11T10:14:37Z</dcterms:created>
  <dcterms:modified xsi:type="dcterms:W3CDTF">2026-04-11T10:14:37Z</dcterms:modified>
</cp:coreProperties>
</file>